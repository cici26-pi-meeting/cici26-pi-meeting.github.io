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8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8652"/>
    <p:restoredTop sz="94762"/>
  </p:normalViewPr>
  <p:slideViewPr>
    <p:cSldViewPr snapToGrid="0" snapToObjects="1">
      <p:cViewPr varScale="1">
        <p:scale>
          <a:sx n="24" d="100"/>
          <a:sy n="24" d="100"/>
        </p:scale>
        <p:origin x="3512" y="240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483924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537712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483924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483924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Approach For Achieving IPA in AI Datasets</a:t>
            </a:r>
          </a:p>
          <a:p>
            <a:pPr lvl="0"/>
            <a:r>
              <a:rPr lang="en-US" dirty="0"/>
              <a:t>(technical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0976095" y="25924040"/>
            <a:ext cx="9137409" cy="7644323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Evaluating and Demonstrating IPA </a:t>
            </a:r>
          </a:p>
          <a:p>
            <a:pPr lvl="0"/>
            <a:endParaRPr lang="en-US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483923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Need For Integrity, Provenance, and Authenticity (IPA)</a:t>
            </a:r>
          </a:p>
          <a:p>
            <a:pPr lvl="0"/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743994" y="25816463"/>
            <a:ext cx="8877338" cy="7805687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679943" y="25944236"/>
            <a:ext cx="9137409" cy="7603932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483924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09017078-4B12-9245-882C-7504E0788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5BBDF55-3C22-6C45-97D6-C341840652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215BA45-653D-A740-9AE6-B08AF807E6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5800D70B-D3D9-B747-91C3-742ABBD61BF4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F2CA2ED7-343B-5E4D-8E26-7D30B108F679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A691B863-EED5-7640-B34C-B389DD69C3C6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Content Placeholder 19">
            <a:extLst>
              <a:ext uri="{FF2B5EF4-FFF2-40B4-BE49-F238E27FC236}">
                <a16:creationId xmlns:a16="http://schemas.microsoft.com/office/drawing/2014/main" id="{E18E915D-4082-2441-B0A3-F40619ABE1D0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B40800FA-972E-B04D-A145-322861F30463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1095164" y="25487723"/>
            <a:ext cx="9137409" cy="760393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C7A5D4FD-9CC3-2D48-826B-8D1C4F4DC0B3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20679945" y="25487723"/>
            <a:ext cx="9137409" cy="760393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3" name="Content Placeholder 22">
            <a:extLst>
              <a:ext uri="{FF2B5EF4-FFF2-40B4-BE49-F238E27FC236}">
                <a16:creationId xmlns:a16="http://schemas.microsoft.com/office/drawing/2014/main" id="{95021A7A-D49B-AE44-A9A4-A42E89A41938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1483924" y="8096624"/>
            <a:ext cx="28333429" cy="308944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59D31A29-0E76-F844-B404-A7F3A9B1518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6700480" y="747212"/>
            <a:ext cx="3116874" cy="5413122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Content Placeholder 2"/>
          <p:cNvSpPr txBox="1">
            <a:spLocks/>
          </p:cNvSpPr>
          <p:nvPr/>
        </p:nvSpPr>
        <p:spPr>
          <a:xfrm>
            <a:off x="23728971" y="28528137"/>
            <a:ext cx="6853057" cy="997458"/>
          </a:xfrm>
          <a:prstGeom prst="rect">
            <a:avLst/>
          </a:prstGeom>
          <a:noFill/>
        </p:spPr>
        <p:txBody>
          <a:bodyPr lIns="77714" tIns="38857" rIns="77714" bIns="38857"/>
          <a:lstStyle>
            <a:lvl1pPr marL="582060" indent="-423316" algn="l" defTabSz="1828508" rtl="0" eaLnBrk="1" latinLnBrk="0" hangingPunct="1">
              <a:spcBef>
                <a:spcPct val="20000"/>
              </a:spcBef>
              <a:buFont typeface="Arial"/>
              <a:buChar char="•"/>
              <a:tabLst/>
              <a:defRPr sz="5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2133259" indent="-609503" algn="l" defTabSz="1828508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590386" indent="-380939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3583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3276076" indent="-380939" algn="l" defTabSz="1828508" rtl="0" eaLnBrk="1" latinLnBrk="0" hangingPunct="1">
              <a:spcBef>
                <a:spcPct val="20000"/>
              </a:spcBef>
              <a:buFont typeface="Arial"/>
              <a:buChar char="–"/>
              <a:defRPr sz="3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3657015" indent="-380939" algn="l" defTabSz="1828508" rtl="0" eaLnBrk="1" latinLnBrk="0" hangingPunct="1">
              <a:spcBef>
                <a:spcPct val="20000"/>
              </a:spcBef>
              <a:buFont typeface="Arial"/>
              <a:buChar char="»"/>
              <a:defRPr sz="3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10056790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885298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713806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542312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4932" indent="0">
              <a:buNone/>
            </a:pPr>
            <a:r>
              <a:rPr lang="en-US" sz="3060" dirty="0"/>
              <a:t>Add Your Logo and/or project info here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23728971" y="28992322"/>
            <a:ext cx="6088380" cy="954278"/>
          </a:xfrm>
          <a:prstGeom prst="rect">
            <a:avLst/>
          </a:prstGeom>
          <a:noFill/>
        </p:spPr>
        <p:txBody>
          <a:bodyPr lIns="77714" tIns="38857" rIns="77714" bIns="38857"/>
          <a:lstStyle>
            <a:lvl1pPr marL="582060" indent="-423316" algn="l" defTabSz="1828508" rtl="0" eaLnBrk="1" latinLnBrk="0" hangingPunct="1">
              <a:spcBef>
                <a:spcPct val="20000"/>
              </a:spcBef>
              <a:buFont typeface="Arial"/>
              <a:buChar char="•"/>
              <a:tabLst/>
              <a:defRPr sz="5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2133259" indent="-609503" algn="l" defTabSz="1828508" rtl="0" eaLnBrk="1" latinLnBrk="0" hangingPunct="1">
              <a:spcBef>
                <a:spcPct val="20000"/>
              </a:spcBef>
              <a:buFont typeface="Arial"/>
              <a:buChar char="–"/>
              <a:defRPr sz="4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2pPr>
            <a:lvl3pPr marL="2590386" indent="-380939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3583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3pPr>
            <a:lvl4pPr marL="3276076" indent="-380939" algn="l" defTabSz="1828508" rtl="0" eaLnBrk="1" latinLnBrk="0" hangingPunct="1">
              <a:spcBef>
                <a:spcPct val="20000"/>
              </a:spcBef>
              <a:buFont typeface="Arial"/>
              <a:buChar char="–"/>
              <a:defRPr sz="3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4pPr>
            <a:lvl5pPr marL="3657015" indent="-380939" algn="l" defTabSz="1828508" rtl="0" eaLnBrk="1" latinLnBrk="0" hangingPunct="1">
              <a:spcBef>
                <a:spcPct val="20000"/>
              </a:spcBef>
              <a:buFont typeface="Arial"/>
              <a:buChar char="»"/>
              <a:defRPr sz="30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5pPr>
            <a:lvl6pPr marL="10056790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1885298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3713806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542312" indent="-914253" algn="l" defTabSz="1828508" rtl="0" eaLnBrk="1" latinLnBrk="0" hangingPunct="1">
              <a:spcBef>
                <a:spcPct val="20000"/>
              </a:spcBef>
              <a:buFont typeface="Arial"/>
              <a:buChar char="•"/>
              <a:defRPr sz="708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34932" indent="0">
              <a:buNone/>
            </a:pPr>
            <a:r>
              <a:rPr lang="en-US" sz="3060"/>
              <a:t>Award ID#:</a:t>
            </a:r>
            <a:endParaRPr lang="en-US" sz="3060" dirty="0"/>
          </a:p>
        </p:txBody>
      </p:sp>
    </p:spTree>
    <p:extLst>
      <p:ext uri="{BB962C8B-B14F-4D97-AF65-F5344CB8AC3E}">
        <p14:creationId xmlns:p14="http://schemas.microsoft.com/office/powerpoint/2010/main" val="9502052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366</TotalTime>
  <Words>12</Words>
  <Application>Microsoft Macintosh PowerPoint</Application>
  <PresentationFormat>Custom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Massey, Daniel F.</cp:lastModifiedBy>
  <cp:revision>56</cp:revision>
  <dcterms:created xsi:type="dcterms:W3CDTF">2015-11-02T16:42:22Z</dcterms:created>
  <dcterms:modified xsi:type="dcterms:W3CDTF">2026-04-16T18:36:26Z</dcterms:modified>
</cp:coreProperties>
</file>