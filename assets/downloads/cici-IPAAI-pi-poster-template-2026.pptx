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2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4762"/>
  </p:normalViewPr>
  <p:slideViewPr>
    <p:cSldViewPr snapToGrid="0" snapToObjects="1">
      <p:cViewPr varScale="1">
        <p:scale>
          <a:sx n="22" d="100"/>
          <a:sy n="22" d="100"/>
        </p:scale>
        <p:origin x="3784" y="384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510817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10817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510817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510817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Approach For Achieving IPA in AI Datasets</a:t>
            </a:r>
          </a:p>
          <a:p>
            <a:pPr lvl="0"/>
            <a:r>
              <a:rPr lang="en-US" dirty="0"/>
              <a:t>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108827" y="25570859"/>
            <a:ext cx="9134856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Evaluating and Demonstrating IPA 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510817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Need For Integrity, Provenance, and Authenticity (IPA)</a:t>
            </a:r>
          </a:p>
          <a:p>
            <a:pPr lvl="0"/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510817" y="25570859"/>
            <a:ext cx="9134856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706836" y="25570859"/>
            <a:ext cx="9134856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510817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577F-52F6-8D08-3F35-CC63D834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8820E-8630-D5C5-C86B-66B029D6D22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BF94D-5CE8-C365-B7CB-C5451BC495F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A08A0E-4A96-B8C5-8095-FF33FBD52A8A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C448C9-EF3B-E475-C8ED-1CB167F167D5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95D726-A240-FF95-8ACC-D27C4504C5C8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BE1F68D-2F4A-46FE-8319-41E69B90B672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187413C-74EB-4885-6734-5629F0EBC237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A6D4636-92CB-5DE1-2315-338901DADA6E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293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66</cp:revision>
  <dcterms:created xsi:type="dcterms:W3CDTF">2015-11-02T16:42:22Z</dcterms:created>
  <dcterms:modified xsi:type="dcterms:W3CDTF">2026-04-16T20:19:18Z</dcterms:modified>
</cp:coreProperties>
</file>