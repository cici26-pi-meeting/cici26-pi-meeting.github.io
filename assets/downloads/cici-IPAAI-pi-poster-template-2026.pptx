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762"/>
  </p:normalViewPr>
  <p:slideViewPr>
    <p:cSldViewPr snapToGrid="0" snapToObjects="1">
      <p:cViewPr>
        <p:scale>
          <a:sx n="57" d="100"/>
          <a:sy n="57" d="100"/>
        </p:scale>
        <p:origin x="248" y="-5088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Achieving IPA in AI Datasets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08827" y="25742481"/>
            <a:ext cx="9137409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Evaluating and Demonstrating IPA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Need For Integrity, Provenance, and Authenticity (IPA)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7" y="25742481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6836" y="25742481"/>
            <a:ext cx="9137409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06610-4C03-E056-DF73-45895AFE7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32697F-8AE1-7708-4E66-F54B96933BA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86F73-0BE6-1D4D-6AAF-36F2BE5AA7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6B27C0-37CF-6529-D424-F4D0836DD412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5766B9-A84A-C223-673D-400D75EA412F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BC5E4B-B472-91B6-D23B-AC61884A57CD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E2AA64-37BF-5607-1805-5A4ED4CCEBA5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B47F05C-1637-5194-6FBC-811A38725242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E1EE19-396C-2C58-D4CE-57866851AD09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11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63</cp:revision>
  <dcterms:created xsi:type="dcterms:W3CDTF">2015-11-02T16:42:22Z</dcterms:created>
  <dcterms:modified xsi:type="dcterms:W3CDTF">2026-04-16T20:10:23Z</dcterms:modified>
</cp:coreProperties>
</file>