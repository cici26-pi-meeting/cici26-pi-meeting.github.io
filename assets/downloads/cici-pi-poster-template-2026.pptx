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8" r:id="rId2"/>
  </p:sldIdLst>
  <p:sldSz cx="31089600" cy="36576000"/>
  <p:notesSz cx="6858000" cy="9144000"/>
  <p:defaultTextStyle>
    <a:defPPr>
      <a:defRPr lang="en-US"/>
    </a:defPPr>
    <a:lvl1pPr marL="0" algn="l" defTabSz="1828216" rtl="0" eaLnBrk="1" latinLnBrk="0" hangingPunct="1">
      <a:defRPr sz="7083" kern="1200">
        <a:solidFill>
          <a:schemeClr val="tx1"/>
        </a:solidFill>
        <a:latin typeface="+mn-lt"/>
        <a:ea typeface="+mn-ea"/>
        <a:cs typeface="+mn-cs"/>
      </a:defRPr>
    </a:lvl1pPr>
    <a:lvl2pPr marL="1828216" algn="l" defTabSz="1828216" rtl="0" eaLnBrk="1" latinLnBrk="0" hangingPunct="1">
      <a:defRPr sz="7083" kern="1200">
        <a:solidFill>
          <a:schemeClr val="tx1"/>
        </a:solidFill>
        <a:latin typeface="+mn-lt"/>
        <a:ea typeface="+mn-ea"/>
        <a:cs typeface="+mn-cs"/>
      </a:defRPr>
    </a:lvl2pPr>
    <a:lvl3pPr marL="3656431" algn="l" defTabSz="1828216" rtl="0" eaLnBrk="1" latinLnBrk="0" hangingPunct="1">
      <a:defRPr sz="7083" kern="1200">
        <a:solidFill>
          <a:schemeClr val="tx1"/>
        </a:solidFill>
        <a:latin typeface="+mn-lt"/>
        <a:ea typeface="+mn-ea"/>
        <a:cs typeface="+mn-cs"/>
      </a:defRPr>
    </a:lvl3pPr>
    <a:lvl4pPr marL="5484647" algn="l" defTabSz="1828216" rtl="0" eaLnBrk="1" latinLnBrk="0" hangingPunct="1">
      <a:defRPr sz="7083" kern="1200">
        <a:solidFill>
          <a:schemeClr val="tx1"/>
        </a:solidFill>
        <a:latin typeface="+mn-lt"/>
        <a:ea typeface="+mn-ea"/>
        <a:cs typeface="+mn-cs"/>
      </a:defRPr>
    </a:lvl4pPr>
    <a:lvl5pPr marL="7312858" algn="l" defTabSz="1828216" rtl="0" eaLnBrk="1" latinLnBrk="0" hangingPunct="1">
      <a:defRPr sz="7083" kern="1200">
        <a:solidFill>
          <a:schemeClr val="tx1"/>
        </a:solidFill>
        <a:latin typeface="+mn-lt"/>
        <a:ea typeface="+mn-ea"/>
        <a:cs typeface="+mn-cs"/>
      </a:defRPr>
    </a:lvl5pPr>
    <a:lvl6pPr marL="9141074" algn="l" defTabSz="1828216" rtl="0" eaLnBrk="1" latinLnBrk="0" hangingPunct="1">
      <a:defRPr sz="7083" kern="1200">
        <a:solidFill>
          <a:schemeClr val="tx1"/>
        </a:solidFill>
        <a:latin typeface="+mn-lt"/>
        <a:ea typeface="+mn-ea"/>
        <a:cs typeface="+mn-cs"/>
      </a:defRPr>
    </a:lvl6pPr>
    <a:lvl7pPr marL="10969290" algn="l" defTabSz="1828216" rtl="0" eaLnBrk="1" latinLnBrk="0" hangingPunct="1">
      <a:defRPr sz="7083" kern="1200">
        <a:solidFill>
          <a:schemeClr val="tx1"/>
        </a:solidFill>
        <a:latin typeface="+mn-lt"/>
        <a:ea typeface="+mn-ea"/>
        <a:cs typeface="+mn-cs"/>
      </a:defRPr>
    </a:lvl7pPr>
    <a:lvl8pPr marL="12797504" algn="l" defTabSz="1828216" rtl="0" eaLnBrk="1" latinLnBrk="0" hangingPunct="1">
      <a:defRPr sz="7083" kern="1200">
        <a:solidFill>
          <a:schemeClr val="tx1"/>
        </a:solidFill>
        <a:latin typeface="+mn-lt"/>
        <a:ea typeface="+mn-ea"/>
        <a:cs typeface="+mn-cs"/>
      </a:defRPr>
    </a:lvl8pPr>
    <a:lvl9pPr marL="14625720" algn="l" defTabSz="1828216" rtl="0" eaLnBrk="1" latinLnBrk="0" hangingPunct="1">
      <a:defRPr sz="708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520" userDrawn="1">
          <p15:clr>
            <a:srgbClr val="A4A3A4"/>
          </p15:clr>
        </p15:guide>
        <p15:guide id="2" pos="97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8652"/>
    <p:restoredTop sz="94762"/>
  </p:normalViewPr>
  <p:slideViewPr>
    <p:cSldViewPr snapToGrid="0" snapToObjects="1">
      <p:cViewPr>
        <p:scale>
          <a:sx n="65" d="100"/>
          <a:sy n="65" d="100"/>
        </p:scale>
        <p:origin x="160" y="-8976"/>
      </p:cViewPr>
      <p:guideLst>
        <p:guide orient="horz" pos="11520"/>
        <p:guide pos="97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97" d="100"/>
          <a:sy n="97" d="100"/>
        </p:scale>
        <p:origin x="4328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35E8B9-FFAC-AB42-844F-BBBEADE8BBFA}" type="datetimeFigureOut">
              <a:rPr lang="en-US" smtClean="0"/>
              <a:t>4/14/26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17725" y="1143000"/>
            <a:ext cx="26225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9E78B9-159C-0E4F-9C03-98278BC30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260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3"/>
          <p:cNvSpPr>
            <a:spLocks noGrp="1"/>
          </p:cNvSpPr>
          <p:nvPr>
            <p:ph type="title" hasCustomPrompt="1"/>
          </p:nvPr>
        </p:nvSpPr>
        <p:spPr>
          <a:xfrm>
            <a:off x="1483924" y="747213"/>
            <a:ext cx="25216556" cy="3155591"/>
          </a:xfrm>
          <a:prstGeom prst="rect">
            <a:avLst/>
          </a:prstGeom>
          <a:noFill/>
        </p:spPr>
        <p:txBody>
          <a:bodyPr lIns="91428" tIns="45714" rIns="91428" bIns="45714">
            <a:normAutofit/>
          </a:bodyPr>
          <a:lstStyle>
            <a:lvl1pPr algn="l">
              <a:defRPr sz="595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a Poster Title</a:t>
            </a:r>
          </a:p>
        </p:txBody>
      </p:sp>
      <p:sp>
        <p:nvSpPr>
          <p:cNvPr id="9" name="Text Placeholder 20"/>
          <p:cNvSpPr>
            <a:spLocks noGrp="1"/>
          </p:cNvSpPr>
          <p:nvPr>
            <p:ph type="body" sz="quarter" idx="16" hasCustomPrompt="1"/>
          </p:nvPr>
        </p:nvSpPr>
        <p:spPr>
          <a:xfrm>
            <a:off x="1483924" y="5080834"/>
            <a:ext cx="25216556" cy="1079500"/>
          </a:xfrm>
          <a:prstGeom prst="rect">
            <a:avLst/>
          </a:prstGeom>
          <a:noFill/>
        </p:spPr>
        <p:txBody>
          <a:bodyPr lIns="91428" tIns="45714" rIns="91428" bIns="45714">
            <a:noAutofit/>
          </a:bodyPr>
          <a:lstStyle>
            <a:lvl1pPr algn="l">
              <a:buNone/>
              <a:defRPr sz="3542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Project URL</a:t>
            </a:r>
          </a:p>
        </p:txBody>
      </p:sp>
      <p:sp>
        <p:nvSpPr>
          <p:cNvPr id="10" name="Text Placeholder 23"/>
          <p:cNvSpPr>
            <a:spLocks noGrp="1"/>
          </p:cNvSpPr>
          <p:nvPr>
            <p:ph type="body" sz="quarter" idx="17" hasCustomPrompt="1"/>
          </p:nvPr>
        </p:nvSpPr>
        <p:spPr>
          <a:xfrm>
            <a:off x="1483924" y="4001337"/>
            <a:ext cx="25216556" cy="980965"/>
          </a:xfrm>
          <a:prstGeom prst="rect">
            <a:avLst/>
          </a:prstGeom>
          <a:noFill/>
        </p:spPr>
        <p:txBody>
          <a:bodyPr lIns="91428" tIns="45714" rIns="91428" bIns="45714" anchor="ctr">
            <a:noAutofit/>
          </a:bodyPr>
          <a:lstStyle>
            <a:lvl1pPr algn="l">
              <a:buNone/>
              <a:defRPr sz="4391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pPr lvl="0"/>
            <a:r>
              <a:rPr lang="en-US" dirty="0"/>
              <a:t>Click to add PIs: PI Names and Affiliations </a:t>
            </a:r>
          </a:p>
        </p:txBody>
      </p:sp>
      <p:sp>
        <p:nvSpPr>
          <p:cNvPr id="15" name="Content Placeholder 27"/>
          <p:cNvSpPr>
            <a:spLocks noGrp="1"/>
          </p:cNvSpPr>
          <p:nvPr>
            <p:ph sz="quarter" idx="19" hasCustomPrompt="1"/>
          </p:nvPr>
        </p:nvSpPr>
        <p:spPr>
          <a:xfrm>
            <a:off x="1483924" y="19827116"/>
            <a:ext cx="28333429" cy="5080000"/>
          </a:xfrm>
          <a:prstGeom prst="rect">
            <a:avLst/>
          </a:prstGeom>
          <a:noFill/>
        </p:spPr>
        <p:txBody>
          <a:bodyPr lIns="91428" tIns="45714" rIns="91428" bIns="45714" numCol="1">
            <a:normAutofit/>
          </a:bodyPr>
          <a:lstStyle>
            <a:lvl1pPr marL="192278" indent="0" algn="l">
              <a:buNone/>
              <a:tabLst/>
              <a:defRPr sz="4250">
                <a:solidFill>
                  <a:schemeClr val="tx1"/>
                </a:solidFill>
                <a:latin typeface="+mj-lt"/>
              </a:defRPr>
            </a:lvl1pPr>
            <a:lvl2pPr marL="1100914" indent="-518078" algn="l">
              <a:defRPr sz="3542">
                <a:solidFill>
                  <a:schemeClr val="tx1"/>
                </a:solidFill>
                <a:latin typeface="+mj-lt"/>
              </a:defRPr>
            </a:lvl2pPr>
            <a:lvl3pPr marL="1489471" indent="-323798" algn="l">
              <a:defRPr sz="3046">
                <a:solidFill>
                  <a:schemeClr val="tx1"/>
                </a:solidFill>
                <a:latin typeface="+mj-lt"/>
              </a:defRPr>
            </a:lvl3pPr>
            <a:lvl4pPr marL="2007549" indent="-453317" algn="l">
              <a:defRPr sz="2904">
                <a:solidFill>
                  <a:schemeClr val="tx1"/>
                </a:solidFill>
                <a:latin typeface="+mj-lt"/>
              </a:defRPr>
            </a:lvl4pPr>
            <a:lvl5pPr marL="2396108" indent="-323798" algn="l">
              <a:defRPr sz="255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Add Solution (technical approach , key innovations, new contributions)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sz="half" idx="20" hasCustomPrompt="1"/>
          </p:nvPr>
        </p:nvSpPr>
        <p:spPr>
          <a:xfrm>
            <a:off x="1493870" y="25447333"/>
            <a:ext cx="9137409" cy="7644323"/>
          </a:xfrm>
          <a:prstGeom prst="rect">
            <a:avLst/>
          </a:prstGeom>
          <a:noFill/>
        </p:spPr>
        <p:txBody>
          <a:bodyPr lIns="91428" tIns="45714" rIns="91428" bIns="45714"/>
          <a:lstStyle>
            <a:lvl1pPr marL="192279" indent="0">
              <a:buNone/>
              <a:tabLst/>
              <a:defRPr sz="4250">
                <a:solidFill>
                  <a:schemeClr val="tx1"/>
                </a:solidFill>
              </a:defRPr>
            </a:lvl1pPr>
            <a:lvl2pPr marL="1813270" indent="-518078">
              <a:defRPr sz="3400">
                <a:solidFill>
                  <a:schemeClr val="tx1"/>
                </a:solidFill>
              </a:defRPr>
            </a:lvl2pPr>
            <a:lvl3pPr marL="2201828" indent="-323798">
              <a:defRPr sz="3046">
                <a:solidFill>
                  <a:schemeClr val="tx1"/>
                </a:solidFill>
              </a:defRPr>
            </a:lvl3pPr>
            <a:lvl4pPr marL="2784665" indent="-323798">
              <a:defRPr sz="2550">
                <a:solidFill>
                  <a:schemeClr val="tx1"/>
                </a:solidFill>
              </a:defRPr>
            </a:lvl4pPr>
            <a:lvl5pPr marL="3108463" indent="-323798">
              <a:defRPr sz="2550">
                <a:solidFill>
                  <a:schemeClr val="tx1"/>
                </a:solidFill>
              </a:defRPr>
            </a:lvl5pPr>
            <a:lvl6pPr>
              <a:defRPr sz="6021"/>
            </a:lvl6pPr>
            <a:lvl7pPr>
              <a:defRPr sz="6021"/>
            </a:lvl7pPr>
            <a:lvl8pPr>
              <a:defRPr sz="6021"/>
            </a:lvl8pPr>
            <a:lvl9pPr>
              <a:defRPr sz="6021"/>
            </a:lvl9pPr>
          </a:lstStyle>
          <a:p>
            <a:pPr lvl="0"/>
            <a:r>
              <a:rPr lang="en-US" dirty="0"/>
              <a:t>Broader Impact (impact on society </a:t>
            </a:r>
            <a:r>
              <a:rPr lang="mr-IN" dirty="0"/>
              <a:t>–</a:t>
            </a:r>
            <a:r>
              <a:rPr lang="en-US" dirty="0"/>
              <a:t> who will care)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Content Placeholder 2"/>
          <p:cNvSpPr>
            <a:spLocks noGrp="1"/>
          </p:cNvSpPr>
          <p:nvPr>
            <p:ph sz="half" idx="21" hasCustomPrompt="1"/>
          </p:nvPr>
        </p:nvSpPr>
        <p:spPr>
          <a:xfrm>
            <a:off x="1483924" y="11670716"/>
            <a:ext cx="13730140" cy="7741736"/>
          </a:xfrm>
          <a:prstGeom prst="rect">
            <a:avLst/>
          </a:prstGeom>
          <a:noFill/>
        </p:spPr>
        <p:txBody>
          <a:bodyPr lIns="91428" tIns="45714" rIns="91428" bIns="45714"/>
          <a:lstStyle>
            <a:lvl1pPr marL="128185" indent="0">
              <a:buNone/>
              <a:tabLst/>
              <a:defRPr sz="4250">
                <a:solidFill>
                  <a:schemeClr val="tx1"/>
                </a:solidFill>
              </a:defRPr>
            </a:lvl1pPr>
            <a:lvl2pPr marL="1165673" indent="-518078">
              <a:defRPr sz="3400">
                <a:solidFill>
                  <a:schemeClr val="tx1"/>
                </a:solidFill>
              </a:defRPr>
            </a:lvl2pPr>
            <a:lvl3pPr marL="1554232" indent="-323798">
              <a:defRPr sz="3046">
                <a:solidFill>
                  <a:schemeClr val="tx1"/>
                </a:solidFill>
              </a:defRPr>
            </a:lvl3pPr>
            <a:lvl4pPr marL="2007549" indent="-323798">
              <a:defRPr sz="2550">
                <a:solidFill>
                  <a:schemeClr val="tx1"/>
                </a:solidFill>
              </a:defRPr>
            </a:lvl4pPr>
            <a:lvl5pPr marL="2331347" indent="-323798">
              <a:defRPr sz="2550">
                <a:solidFill>
                  <a:schemeClr val="tx1"/>
                </a:solidFill>
              </a:defRPr>
            </a:lvl5pPr>
            <a:lvl6pPr>
              <a:defRPr sz="6021"/>
            </a:lvl6pPr>
            <a:lvl7pPr>
              <a:defRPr sz="6021"/>
            </a:lvl7pPr>
            <a:lvl8pPr>
              <a:defRPr sz="6021"/>
            </a:lvl8pPr>
            <a:lvl9pPr>
              <a:defRPr sz="6021"/>
            </a:lvl9pPr>
          </a:lstStyle>
          <a:p>
            <a:pPr lvl="0"/>
            <a:r>
              <a:rPr lang="en-US" dirty="0"/>
              <a:t>Add Challenge Content (Key problem(s) to be addressed and their significance)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2"/>
          <p:cNvSpPr>
            <a:spLocks noGrp="1"/>
          </p:cNvSpPr>
          <p:nvPr>
            <p:ph sz="half" idx="22" hasCustomPrompt="1"/>
          </p:nvPr>
        </p:nvSpPr>
        <p:spPr>
          <a:xfrm>
            <a:off x="16087213" y="11670716"/>
            <a:ext cx="13730140" cy="7741736"/>
          </a:xfrm>
          <a:prstGeom prst="rect">
            <a:avLst/>
          </a:prstGeom>
          <a:noFill/>
        </p:spPr>
        <p:txBody>
          <a:bodyPr lIns="91428" tIns="45714" rIns="91428" bIns="45714"/>
          <a:lstStyle>
            <a:lvl1pPr marL="192278" indent="0">
              <a:buNone/>
              <a:tabLst/>
              <a:defRPr sz="4250">
                <a:solidFill>
                  <a:schemeClr val="tx1"/>
                </a:solidFill>
              </a:defRPr>
            </a:lvl1pPr>
            <a:lvl2pPr marL="1165673" indent="-518078">
              <a:defRPr sz="3400">
                <a:solidFill>
                  <a:schemeClr val="tx1"/>
                </a:solidFill>
              </a:defRPr>
            </a:lvl2pPr>
            <a:lvl3pPr marL="1554232" indent="-323798">
              <a:defRPr sz="3046">
                <a:solidFill>
                  <a:schemeClr val="tx1"/>
                </a:solidFill>
              </a:defRPr>
            </a:lvl3pPr>
            <a:lvl4pPr marL="2007549" indent="-323798">
              <a:defRPr sz="2550">
                <a:solidFill>
                  <a:schemeClr val="tx1"/>
                </a:solidFill>
              </a:defRPr>
            </a:lvl4pPr>
            <a:lvl5pPr marL="2331347" indent="-323798">
              <a:defRPr sz="2550">
                <a:solidFill>
                  <a:schemeClr val="tx1"/>
                </a:solidFill>
              </a:defRPr>
            </a:lvl5pPr>
            <a:lvl6pPr>
              <a:defRPr sz="6021"/>
            </a:lvl6pPr>
            <a:lvl7pPr>
              <a:defRPr sz="6021"/>
            </a:lvl7pPr>
            <a:lvl8pPr>
              <a:defRPr sz="6021"/>
            </a:lvl8pPr>
            <a:lvl9pPr>
              <a:defRPr sz="6021"/>
            </a:lvl9pPr>
          </a:lstStyle>
          <a:p>
            <a:pPr lvl="0"/>
            <a:r>
              <a:rPr lang="en-US" dirty="0"/>
              <a:t>Add Scientific Impact (How project contributions might generalize to other CPS research)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Content Placeholder 2"/>
          <p:cNvSpPr>
            <a:spLocks noGrp="1"/>
          </p:cNvSpPr>
          <p:nvPr>
            <p:ph sz="half" idx="23" hasCustomPrompt="1"/>
          </p:nvPr>
        </p:nvSpPr>
        <p:spPr>
          <a:xfrm>
            <a:off x="11095164" y="25487723"/>
            <a:ext cx="9137409" cy="7603932"/>
          </a:xfrm>
          <a:prstGeom prst="rect">
            <a:avLst/>
          </a:prstGeom>
          <a:noFill/>
        </p:spPr>
        <p:txBody>
          <a:bodyPr lIns="91428" tIns="45714" rIns="91428" bIns="45714"/>
          <a:lstStyle>
            <a:lvl1pPr marL="192279" indent="0">
              <a:buNone/>
              <a:tabLst/>
              <a:defRPr sz="4250">
                <a:solidFill>
                  <a:schemeClr val="tx1"/>
                </a:solidFill>
              </a:defRPr>
            </a:lvl1pPr>
            <a:lvl2pPr marL="1813270" indent="-518078">
              <a:defRPr sz="3400">
                <a:solidFill>
                  <a:schemeClr val="tx1"/>
                </a:solidFill>
              </a:defRPr>
            </a:lvl2pPr>
            <a:lvl3pPr marL="2201828" indent="-323798">
              <a:defRPr sz="3046">
                <a:solidFill>
                  <a:schemeClr val="tx1"/>
                </a:solidFill>
              </a:defRPr>
            </a:lvl3pPr>
            <a:lvl4pPr marL="2784665" indent="-323798">
              <a:defRPr sz="2550">
                <a:solidFill>
                  <a:schemeClr val="tx1"/>
                </a:solidFill>
              </a:defRPr>
            </a:lvl4pPr>
            <a:lvl5pPr marL="3108463" indent="-323798">
              <a:defRPr sz="2550">
                <a:solidFill>
                  <a:schemeClr val="tx1"/>
                </a:solidFill>
              </a:defRPr>
            </a:lvl5pPr>
            <a:lvl6pPr>
              <a:defRPr sz="6021"/>
            </a:lvl6pPr>
            <a:lvl7pPr>
              <a:defRPr sz="6021"/>
            </a:lvl7pPr>
            <a:lvl8pPr>
              <a:defRPr sz="6021"/>
            </a:lvl8pPr>
            <a:lvl9pPr>
              <a:defRPr sz="6021"/>
            </a:lvl9pPr>
          </a:lstStyle>
          <a:p>
            <a:pPr lvl="0"/>
            <a:r>
              <a:rPr lang="en-US" dirty="0"/>
              <a:t>Broader Impact (education and outreach)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Content Placeholder 2"/>
          <p:cNvSpPr>
            <a:spLocks noGrp="1"/>
          </p:cNvSpPr>
          <p:nvPr>
            <p:ph sz="half" idx="24" hasCustomPrompt="1"/>
          </p:nvPr>
        </p:nvSpPr>
        <p:spPr>
          <a:xfrm>
            <a:off x="20679945" y="25487723"/>
            <a:ext cx="9137409" cy="7603932"/>
          </a:xfrm>
          <a:prstGeom prst="rect">
            <a:avLst/>
          </a:prstGeom>
          <a:noFill/>
        </p:spPr>
        <p:txBody>
          <a:bodyPr lIns="91428" tIns="45714" rIns="91428" bIns="45714"/>
          <a:lstStyle>
            <a:lvl1pPr marL="64093" indent="0">
              <a:buNone/>
              <a:tabLst/>
              <a:defRPr sz="4250">
                <a:solidFill>
                  <a:schemeClr val="tx1"/>
                </a:solidFill>
              </a:defRPr>
            </a:lvl1pPr>
            <a:lvl2pPr marL="1813270" indent="-518078">
              <a:defRPr sz="3400">
                <a:solidFill>
                  <a:schemeClr val="tx1"/>
                </a:solidFill>
              </a:defRPr>
            </a:lvl2pPr>
            <a:lvl3pPr marL="2201828" indent="-323798">
              <a:defRPr sz="3046">
                <a:solidFill>
                  <a:schemeClr val="tx1"/>
                </a:solidFill>
              </a:defRPr>
            </a:lvl3pPr>
            <a:lvl4pPr marL="2784665" indent="-323798">
              <a:defRPr sz="2550">
                <a:solidFill>
                  <a:schemeClr val="tx1"/>
                </a:solidFill>
              </a:defRPr>
            </a:lvl4pPr>
            <a:lvl5pPr marL="3108463" indent="-323798">
              <a:defRPr sz="2550">
                <a:solidFill>
                  <a:schemeClr val="tx1"/>
                </a:solidFill>
              </a:defRPr>
            </a:lvl5pPr>
            <a:lvl6pPr>
              <a:defRPr sz="6021"/>
            </a:lvl6pPr>
            <a:lvl7pPr>
              <a:defRPr sz="6021"/>
            </a:lvl7pPr>
            <a:lvl8pPr>
              <a:defRPr sz="6021"/>
            </a:lvl8pPr>
            <a:lvl9pPr>
              <a:defRPr sz="6021"/>
            </a:lvl9pPr>
          </a:lstStyle>
          <a:p>
            <a:pPr lvl="0"/>
            <a:r>
              <a:rPr lang="en-US" dirty="0"/>
              <a:t>Broader Impact and Broader Participation (quantify potential impact)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half" idx="25" hasCustomPrompt="1"/>
          </p:nvPr>
        </p:nvSpPr>
        <p:spPr>
          <a:xfrm>
            <a:off x="1483924" y="8096624"/>
            <a:ext cx="28333429" cy="3089440"/>
          </a:xfrm>
          <a:prstGeom prst="rect">
            <a:avLst/>
          </a:prstGeom>
          <a:noFill/>
        </p:spPr>
        <p:txBody>
          <a:bodyPr lIns="91428" tIns="45714" rIns="91428" bIns="45714"/>
          <a:lstStyle>
            <a:lvl1pPr marL="0" indent="0">
              <a:buNone/>
              <a:defRPr sz="4250">
                <a:solidFill>
                  <a:schemeClr val="tx1"/>
                </a:solidFill>
              </a:defRPr>
            </a:lvl1pPr>
            <a:lvl2pPr marL="1165673" indent="-518078">
              <a:defRPr sz="3400">
                <a:solidFill>
                  <a:srgbClr val="FFFFFF"/>
                </a:solidFill>
              </a:defRPr>
            </a:lvl2pPr>
            <a:lvl3pPr marL="1554232" indent="-323798">
              <a:defRPr sz="3046">
                <a:solidFill>
                  <a:srgbClr val="FFFFFF"/>
                </a:solidFill>
              </a:defRPr>
            </a:lvl3pPr>
            <a:lvl4pPr marL="2007549" indent="-323798">
              <a:defRPr sz="2550">
                <a:solidFill>
                  <a:srgbClr val="FFFFFF"/>
                </a:solidFill>
              </a:defRPr>
            </a:lvl4pPr>
            <a:lvl5pPr marL="2331347" indent="-323798">
              <a:defRPr sz="2550">
                <a:solidFill>
                  <a:srgbClr val="FFFFFF"/>
                </a:solidFill>
              </a:defRPr>
            </a:lvl5pPr>
            <a:lvl6pPr>
              <a:defRPr sz="6021"/>
            </a:lvl6pPr>
            <a:lvl7pPr>
              <a:defRPr sz="6021"/>
            </a:lvl7pPr>
            <a:lvl8pPr>
              <a:defRPr sz="6021"/>
            </a:lvl8pPr>
            <a:lvl9pPr>
              <a:defRPr sz="6021"/>
            </a:lvl9pPr>
          </a:lstStyle>
          <a:p>
            <a:pPr lvl="0"/>
            <a:r>
              <a:rPr lang="en-US" dirty="0"/>
              <a:t>Use this space as you wish, but consider this structure.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0F0313-B2C5-834A-8F2C-4CCB40E7C4A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26472" y="34968368"/>
            <a:ext cx="18848071" cy="1345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66477" tIns="133238" rIns="266477" bIns="133238"/>
          <a:lstStyle>
            <a:lvl1pPr defTabSz="3135313">
              <a:defRPr sz="6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3135313">
              <a:defRPr sz="6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3135313">
              <a:defRPr sz="6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3135313">
              <a:defRPr sz="6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3135313">
              <a:defRPr sz="6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3135313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3135313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3135313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3135313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>
              <a:lnSpc>
                <a:spcPct val="100000"/>
              </a:lnSpc>
            </a:pPr>
            <a:r>
              <a:rPr lang="en-US" altLang="en-US" sz="2720" dirty="0">
                <a:solidFill>
                  <a:schemeClr val="bg1"/>
                </a:solidFill>
                <a:latin typeface="Helvetica" pitchFamily="2" charset="0"/>
              </a:rPr>
              <a:t>The 2nd Cybersecurity Innovation for Cyberinfrastructure (CICI) Principle Investigator Meeting </a:t>
            </a:r>
          </a:p>
          <a:p>
            <a:pPr algn="l" eaLnBrk="1" hangingPunct="1">
              <a:lnSpc>
                <a:spcPct val="100000"/>
              </a:lnSpc>
            </a:pPr>
            <a:r>
              <a:rPr lang="en-US" altLang="en-US" sz="2380" dirty="0">
                <a:solidFill>
                  <a:schemeClr val="bg1"/>
                </a:solidFill>
                <a:latin typeface="Helvetica" pitchFamily="2" charset="0"/>
              </a:rPr>
              <a:t>May 11-12, 2026 | Los Angeles, California</a:t>
            </a:r>
          </a:p>
        </p:txBody>
      </p:sp>
      <p:pic>
        <p:nvPicPr>
          <p:cNvPr id="13" name="Picture 1">
            <a:extLst>
              <a:ext uri="{FF2B5EF4-FFF2-40B4-BE49-F238E27FC236}">
                <a16:creationId xmlns:a16="http://schemas.microsoft.com/office/drawing/2014/main" id="{6B7185B3-508E-CC4B-88AD-57DA27ACDC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942" b="942"/>
          <a:stretch/>
        </p:blipFill>
        <p:spPr bwMode="auto">
          <a:xfrm>
            <a:off x="372534" y="34968367"/>
            <a:ext cx="1371460" cy="1345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C7FD6E7-6424-4345-9A70-E85EBC3B8DAD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6700480" y="747212"/>
            <a:ext cx="3116874" cy="54131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80"/>
            </a:lvl1pPr>
          </a:lstStyle>
          <a:p>
            <a:r>
              <a:rPr lang="en-US" dirty="0"/>
              <a:t>Insert PI photo here</a:t>
            </a:r>
          </a:p>
        </p:txBody>
      </p:sp>
    </p:spTree>
    <p:extLst>
      <p:ext uri="{BB962C8B-B14F-4D97-AF65-F5344CB8AC3E}">
        <p14:creationId xmlns:p14="http://schemas.microsoft.com/office/powerpoint/2010/main" val="3299725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1BD4E2-33E7-70DB-169B-8D03B4FAD73B}"/>
              </a:ext>
            </a:extLst>
          </p:cNvPr>
          <p:cNvSpPr/>
          <p:nvPr userDrawn="1"/>
        </p:nvSpPr>
        <p:spPr>
          <a:xfrm>
            <a:off x="2117558" y="34451365"/>
            <a:ext cx="28972041" cy="212463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386FE9-78AF-B5D8-EFEF-1AE1990E8A5B}"/>
              </a:ext>
            </a:extLst>
          </p:cNvPr>
          <p:cNvSpPr/>
          <p:nvPr userDrawn="1"/>
        </p:nvSpPr>
        <p:spPr>
          <a:xfrm>
            <a:off x="-1" y="34451365"/>
            <a:ext cx="2117559" cy="212463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651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ctr" defTabSz="1554232" rtl="0" eaLnBrk="1" latinLnBrk="0" hangingPunct="1">
        <a:spcBef>
          <a:spcPct val="0"/>
        </a:spcBef>
        <a:buNone/>
        <a:defRPr sz="1494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65673" indent="-1165673" algn="l" defTabSz="1554232" rtl="0" eaLnBrk="1" latinLnBrk="0" hangingPunct="1">
        <a:spcBef>
          <a:spcPct val="20000"/>
        </a:spcBef>
        <a:buFont typeface="Arial"/>
        <a:buChar char="•"/>
        <a:defRPr sz="10908" kern="1200">
          <a:solidFill>
            <a:schemeClr val="tx1"/>
          </a:solidFill>
          <a:latin typeface="+mn-lt"/>
          <a:ea typeface="+mn-ea"/>
          <a:cs typeface="+mn-cs"/>
        </a:defRPr>
      </a:lvl1pPr>
      <a:lvl2pPr marL="2525625" indent="-971395" algn="l" defTabSz="1554232" rtl="0" eaLnBrk="1" latinLnBrk="0" hangingPunct="1">
        <a:spcBef>
          <a:spcPct val="20000"/>
        </a:spcBef>
        <a:buFont typeface="Arial"/>
        <a:buChar char="–"/>
        <a:defRPr sz="9491" kern="1200">
          <a:solidFill>
            <a:schemeClr val="tx1"/>
          </a:solidFill>
          <a:latin typeface="+mn-lt"/>
          <a:ea typeface="+mn-ea"/>
          <a:cs typeface="+mn-cs"/>
        </a:defRPr>
      </a:lvl2pPr>
      <a:lvl3pPr marL="3885579" indent="-777115" algn="l" defTabSz="1554232" rtl="0" eaLnBrk="1" latinLnBrk="0" hangingPunct="1">
        <a:spcBef>
          <a:spcPct val="20000"/>
        </a:spcBef>
        <a:buFont typeface="Arial"/>
        <a:buChar char="•"/>
        <a:defRPr sz="8146" kern="1200">
          <a:solidFill>
            <a:schemeClr val="tx1"/>
          </a:solidFill>
          <a:latin typeface="+mn-lt"/>
          <a:ea typeface="+mn-ea"/>
          <a:cs typeface="+mn-cs"/>
        </a:defRPr>
      </a:lvl3pPr>
      <a:lvl4pPr marL="5439810" indent="-777115" algn="l" defTabSz="1554232" rtl="0" eaLnBrk="1" latinLnBrk="0" hangingPunct="1">
        <a:spcBef>
          <a:spcPct val="20000"/>
        </a:spcBef>
        <a:buFont typeface="Arial"/>
        <a:buChar char="–"/>
        <a:defRPr sz="6871" kern="1200">
          <a:solidFill>
            <a:schemeClr val="tx1"/>
          </a:solidFill>
          <a:latin typeface="+mn-lt"/>
          <a:ea typeface="+mn-ea"/>
          <a:cs typeface="+mn-cs"/>
        </a:defRPr>
      </a:lvl4pPr>
      <a:lvl5pPr marL="6994041" indent="-777115" algn="l" defTabSz="1554232" rtl="0" eaLnBrk="1" latinLnBrk="0" hangingPunct="1">
        <a:spcBef>
          <a:spcPct val="20000"/>
        </a:spcBef>
        <a:buFont typeface="Arial"/>
        <a:buChar char="»"/>
        <a:defRPr sz="6871" kern="1200">
          <a:solidFill>
            <a:schemeClr val="tx1"/>
          </a:solidFill>
          <a:latin typeface="+mn-lt"/>
          <a:ea typeface="+mn-ea"/>
          <a:cs typeface="+mn-cs"/>
        </a:defRPr>
      </a:lvl5pPr>
      <a:lvl6pPr marL="8548272" indent="-777115" algn="l" defTabSz="1554232" rtl="0" eaLnBrk="1" latinLnBrk="0" hangingPunct="1">
        <a:spcBef>
          <a:spcPct val="20000"/>
        </a:spcBef>
        <a:buFont typeface="Arial"/>
        <a:buChar char="•"/>
        <a:defRPr sz="6871" kern="1200">
          <a:solidFill>
            <a:schemeClr val="tx1"/>
          </a:solidFill>
          <a:latin typeface="+mn-lt"/>
          <a:ea typeface="+mn-ea"/>
          <a:cs typeface="+mn-cs"/>
        </a:defRPr>
      </a:lvl6pPr>
      <a:lvl7pPr marL="10102503" indent="-777115" algn="l" defTabSz="1554232" rtl="0" eaLnBrk="1" latinLnBrk="0" hangingPunct="1">
        <a:spcBef>
          <a:spcPct val="20000"/>
        </a:spcBef>
        <a:buFont typeface="Arial"/>
        <a:buChar char="•"/>
        <a:defRPr sz="6871" kern="1200">
          <a:solidFill>
            <a:schemeClr val="tx1"/>
          </a:solidFill>
          <a:latin typeface="+mn-lt"/>
          <a:ea typeface="+mn-ea"/>
          <a:cs typeface="+mn-cs"/>
        </a:defRPr>
      </a:lvl7pPr>
      <a:lvl8pPr marL="11656735" indent="-777115" algn="l" defTabSz="1554232" rtl="0" eaLnBrk="1" latinLnBrk="0" hangingPunct="1">
        <a:spcBef>
          <a:spcPct val="20000"/>
        </a:spcBef>
        <a:buFont typeface="Arial"/>
        <a:buChar char="•"/>
        <a:defRPr sz="6871" kern="1200">
          <a:solidFill>
            <a:schemeClr val="tx1"/>
          </a:solidFill>
          <a:latin typeface="+mn-lt"/>
          <a:ea typeface="+mn-ea"/>
          <a:cs typeface="+mn-cs"/>
        </a:defRPr>
      </a:lvl8pPr>
      <a:lvl9pPr marL="13210965" indent="-777115" algn="l" defTabSz="1554232" rtl="0" eaLnBrk="1" latinLnBrk="0" hangingPunct="1">
        <a:spcBef>
          <a:spcPct val="20000"/>
        </a:spcBef>
        <a:buFont typeface="Arial"/>
        <a:buChar char="•"/>
        <a:defRPr sz="687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54232" rtl="0" eaLnBrk="1" latinLnBrk="0" hangingPunct="1">
        <a:defRPr sz="6021" kern="1200">
          <a:solidFill>
            <a:schemeClr val="tx1"/>
          </a:solidFill>
          <a:latin typeface="+mn-lt"/>
          <a:ea typeface="+mn-ea"/>
          <a:cs typeface="+mn-cs"/>
        </a:defRPr>
      </a:lvl1pPr>
      <a:lvl2pPr marL="1554232" algn="l" defTabSz="1554232" rtl="0" eaLnBrk="1" latinLnBrk="0" hangingPunct="1">
        <a:defRPr sz="6021" kern="1200">
          <a:solidFill>
            <a:schemeClr val="tx1"/>
          </a:solidFill>
          <a:latin typeface="+mn-lt"/>
          <a:ea typeface="+mn-ea"/>
          <a:cs typeface="+mn-cs"/>
        </a:defRPr>
      </a:lvl2pPr>
      <a:lvl3pPr marL="3108463" algn="l" defTabSz="1554232" rtl="0" eaLnBrk="1" latinLnBrk="0" hangingPunct="1">
        <a:defRPr sz="6021" kern="1200">
          <a:solidFill>
            <a:schemeClr val="tx1"/>
          </a:solidFill>
          <a:latin typeface="+mn-lt"/>
          <a:ea typeface="+mn-ea"/>
          <a:cs typeface="+mn-cs"/>
        </a:defRPr>
      </a:lvl3pPr>
      <a:lvl4pPr marL="4662694" algn="l" defTabSz="1554232" rtl="0" eaLnBrk="1" latinLnBrk="0" hangingPunct="1">
        <a:defRPr sz="6021" kern="1200">
          <a:solidFill>
            <a:schemeClr val="tx1"/>
          </a:solidFill>
          <a:latin typeface="+mn-lt"/>
          <a:ea typeface="+mn-ea"/>
          <a:cs typeface="+mn-cs"/>
        </a:defRPr>
      </a:lvl4pPr>
      <a:lvl5pPr marL="6216926" algn="l" defTabSz="1554232" rtl="0" eaLnBrk="1" latinLnBrk="0" hangingPunct="1">
        <a:defRPr sz="6021" kern="1200">
          <a:solidFill>
            <a:schemeClr val="tx1"/>
          </a:solidFill>
          <a:latin typeface="+mn-lt"/>
          <a:ea typeface="+mn-ea"/>
          <a:cs typeface="+mn-cs"/>
        </a:defRPr>
      </a:lvl5pPr>
      <a:lvl6pPr marL="7771157" algn="l" defTabSz="1554232" rtl="0" eaLnBrk="1" latinLnBrk="0" hangingPunct="1">
        <a:defRPr sz="6021" kern="1200">
          <a:solidFill>
            <a:schemeClr val="tx1"/>
          </a:solidFill>
          <a:latin typeface="+mn-lt"/>
          <a:ea typeface="+mn-ea"/>
          <a:cs typeface="+mn-cs"/>
        </a:defRPr>
      </a:lvl6pPr>
      <a:lvl7pPr marL="9325388" algn="l" defTabSz="1554232" rtl="0" eaLnBrk="1" latinLnBrk="0" hangingPunct="1">
        <a:defRPr sz="6021" kern="1200">
          <a:solidFill>
            <a:schemeClr val="tx1"/>
          </a:solidFill>
          <a:latin typeface="+mn-lt"/>
          <a:ea typeface="+mn-ea"/>
          <a:cs typeface="+mn-cs"/>
        </a:defRPr>
      </a:lvl7pPr>
      <a:lvl8pPr marL="10879618" algn="l" defTabSz="1554232" rtl="0" eaLnBrk="1" latinLnBrk="0" hangingPunct="1">
        <a:defRPr sz="6021" kern="1200">
          <a:solidFill>
            <a:schemeClr val="tx1"/>
          </a:solidFill>
          <a:latin typeface="+mn-lt"/>
          <a:ea typeface="+mn-ea"/>
          <a:cs typeface="+mn-cs"/>
        </a:defRPr>
      </a:lvl8pPr>
      <a:lvl9pPr marL="12433850" algn="l" defTabSz="1554232" rtl="0" eaLnBrk="1" latinLnBrk="0" hangingPunct="1">
        <a:defRPr sz="602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09017078-4B12-9245-882C-7504E0788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5BBDF55-3C22-6C45-97D6-C341840652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215BA45-653D-A740-9AE6-B08AF807E6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5800D70B-D3D9-B747-91C3-742ABBD61BF4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F2CA2ED7-343B-5E4D-8E26-7D30B108F679}"/>
              </a:ext>
            </a:extLst>
          </p:cNvPr>
          <p:cNvSpPr>
            <a:spLocks noGrp="1"/>
          </p:cNvSpPr>
          <p:nvPr>
            <p:ph sz="half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A691B863-EED5-7640-B34C-B389DD69C3C6}"/>
              </a:ext>
            </a:extLst>
          </p:cNvPr>
          <p:cNvSpPr>
            <a:spLocks noGrp="1"/>
          </p:cNvSpPr>
          <p:nvPr>
            <p:ph sz="half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E18E915D-4082-2441-B0A3-F40619ABE1D0}"/>
              </a:ext>
            </a:extLst>
          </p:cNvPr>
          <p:cNvSpPr>
            <a:spLocks noGrp="1"/>
          </p:cNvSpPr>
          <p:nvPr>
            <p:ph sz="half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B40800FA-972E-B04D-A145-322861F30463}"/>
              </a:ext>
            </a:extLst>
          </p:cNvPr>
          <p:cNvSpPr>
            <a:spLocks noGrp="1"/>
          </p:cNvSpPr>
          <p:nvPr>
            <p:ph sz="half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C7A5D4FD-9CC3-2D48-826B-8D1C4F4DC0B3}"/>
              </a:ext>
            </a:extLst>
          </p:cNvPr>
          <p:cNvSpPr>
            <a:spLocks noGrp="1"/>
          </p:cNvSpPr>
          <p:nvPr>
            <p:ph sz="half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95021A7A-D49B-AE44-A9A4-A42E89A41938}"/>
              </a:ext>
            </a:extLst>
          </p:cNvPr>
          <p:cNvSpPr>
            <a:spLocks noGrp="1"/>
          </p:cNvSpPr>
          <p:nvPr>
            <p:ph sz="half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59D31A29-0E76-F844-B404-A7F3A9B1518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23728971" y="28528137"/>
            <a:ext cx="6853057" cy="997458"/>
          </a:xfrm>
          <a:prstGeom prst="rect">
            <a:avLst/>
          </a:prstGeom>
          <a:noFill/>
        </p:spPr>
        <p:txBody>
          <a:bodyPr lIns="77714" tIns="38857" rIns="77714" bIns="38857"/>
          <a:lstStyle>
            <a:lvl1pPr marL="582060" indent="-423316" algn="l" defTabSz="1828508" rtl="0" eaLnBrk="1" latinLnBrk="0" hangingPunct="1">
              <a:spcBef>
                <a:spcPct val="20000"/>
              </a:spcBef>
              <a:buFont typeface="Arial"/>
              <a:buChar char="•"/>
              <a:tabLst/>
              <a:defRPr sz="5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2133259" indent="-609503" algn="l" defTabSz="1828508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2590386" indent="-380939" algn="l" defTabSz="1828508" rtl="0" eaLnBrk="1" latinLnBrk="0" hangingPunct="1">
              <a:spcBef>
                <a:spcPct val="20000"/>
              </a:spcBef>
              <a:buFont typeface="Arial"/>
              <a:buChar char="•"/>
              <a:defRPr sz="3583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3276076" indent="-380939" algn="l" defTabSz="1828508" rtl="0" eaLnBrk="1" latinLnBrk="0" hangingPunct="1">
              <a:spcBef>
                <a:spcPct val="20000"/>
              </a:spcBef>
              <a:buFont typeface="Arial"/>
              <a:buChar char="–"/>
              <a:defRPr sz="3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3657015" indent="-380939" algn="l" defTabSz="1828508" rtl="0" eaLnBrk="1" latinLnBrk="0" hangingPunct="1">
              <a:spcBef>
                <a:spcPct val="20000"/>
              </a:spcBef>
              <a:buFont typeface="Arial"/>
              <a:buChar char="»"/>
              <a:defRPr sz="3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10056790" indent="-914253" algn="l" defTabSz="1828508" rtl="0" eaLnBrk="1" latinLnBrk="0" hangingPunct="1">
              <a:spcBef>
                <a:spcPct val="20000"/>
              </a:spcBef>
              <a:buFont typeface="Arial"/>
              <a:buChar char="•"/>
              <a:defRPr sz="70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885298" indent="-914253" algn="l" defTabSz="1828508" rtl="0" eaLnBrk="1" latinLnBrk="0" hangingPunct="1">
              <a:spcBef>
                <a:spcPct val="20000"/>
              </a:spcBef>
              <a:buFont typeface="Arial"/>
              <a:buChar char="•"/>
              <a:defRPr sz="70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713806" indent="-914253" algn="l" defTabSz="1828508" rtl="0" eaLnBrk="1" latinLnBrk="0" hangingPunct="1">
              <a:spcBef>
                <a:spcPct val="20000"/>
              </a:spcBef>
              <a:buFont typeface="Arial"/>
              <a:buChar char="•"/>
              <a:defRPr sz="70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542312" indent="-914253" algn="l" defTabSz="1828508" rtl="0" eaLnBrk="1" latinLnBrk="0" hangingPunct="1">
              <a:spcBef>
                <a:spcPct val="20000"/>
              </a:spcBef>
              <a:buFont typeface="Arial"/>
              <a:buChar char="•"/>
              <a:defRPr sz="70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4932" indent="0">
              <a:buNone/>
            </a:pPr>
            <a:r>
              <a:rPr lang="en-US" sz="3060" dirty="0"/>
              <a:t>Add Your Logo and/or project info here</a:t>
            </a: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23728971" y="28992322"/>
            <a:ext cx="6088380" cy="954278"/>
          </a:xfrm>
          <a:prstGeom prst="rect">
            <a:avLst/>
          </a:prstGeom>
          <a:noFill/>
        </p:spPr>
        <p:txBody>
          <a:bodyPr lIns="77714" tIns="38857" rIns="77714" bIns="38857"/>
          <a:lstStyle>
            <a:lvl1pPr marL="582060" indent="-423316" algn="l" defTabSz="1828508" rtl="0" eaLnBrk="1" latinLnBrk="0" hangingPunct="1">
              <a:spcBef>
                <a:spcPct val="20000"/>
              </a:spcBef>
              <a:buFont typeface="Arial"/>
              <a:buChar char="•"/>
              <a:tabLst/>
              <a:defRPr sz="5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2133259" indent="-609503" algn="l" defTabSz="1828508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2590386" indent="-380939" algn="l" defTabSz="1828508" rtl="0" eaLnBrk="1" latinLnBrk="0" hangingPunct="1">
              <a:spcBef>
                <a:spcPct val="20000"/>
              </a:spcBef>
              <a:buFont typeface="Arial"/>
              <a:buChar char="•"/>
              <a:defRPr sz="3583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3276076" indent="-380939" algn="l" defTabSz="1828508" rtl="0" eaLnBrk="1" latinLnBrk="0" hangingPunct="1">
              <a:spcBef>
                <a:spcPct val="20000"/>
              </a:spcBef>
              <a:buFont typeface="Arial"/>
              <a:buChar char="–"/>
              <a:defRPr sz="3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3657015" indent="-380939" algn="l" defTabSz="1828508" rtl="0" eaLnBrk="1" latinLnBrk="0" hangingPunct="1">
              <a:spcBef>
                <a:spcPct val="20000"/>
              </a:spcBef>
              <a:buFont typeface="Arial"/>
              <a:buChar char="»"/>
              <a:defRPr sz="3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10056790" indent="-914253" algn="l" defTabSz="1828508" rtl="0" eaLnBrk="1" latinLnBrk="0" hangingPunct="1">
              <a:spcBef>
                <a:spcPct val="20000"/>
              </a:spcBef>
              <a:buFont typeface="Arial"/>
              <a:buChar char="•"/>
              <a:defRPr sz="70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885298" indent="-914253" algn="l" defTabSz="1828508" rtl="0" eaLnBrk="1" latinLnBrk="0" hangingPunct="1">
              <a:spcBef>
                <a:spcPct val="20000"/>
              </a:spcBef>
              <a:buFont typeface="Arial"/>
              <a:buChar char="•"/>
              <a:defRPr sz="70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713806" indent="-914253" algn="l" defTabSz="1828508" rtl="0" eaLnBrk="1" latinLnBrk="0" hangingPunct="1">
              <a:spcBef>
                <a:spcPct val="20000"/>
              </a:spcBef>
              <a:buFont typeface="Arial"/>
              <a:buChar char="•"/>
              <a:defRPr sz="70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542312" indent="-914253" algn="l" defTabSz="1828508" rtl="0" eaLnBrk="1" latinLnBrk="0" hangingPunct="1">
              <a:spcBef>
                <a:spcPct val="20000"/>
              </a:spcBef>
              <a:buFont typeface="Arial"/>
              <a:buChar char="•"/>
              <a:defRPr sz="70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4932" indent="0">
              <a:buNone/>
            </a:pPr>
            <a:r>
              <a:rPr lang="en-US" sz="3060"/>
              <a:t>Award ID#:</a:t>
            </a:r>
            <a:endParaRPr lang="en-US" sz="3060" dirty="0"/>
          </a:p>
        </p:txBody>
      </p:sp>
    </p:spTree>
    <p:extLst>
      <p:ext uri="{BB962C8B-B14F-4D97-AF65-F5344CB8AC3E}">
        <p14:creationId xmlns:p14="http://schemas.microsoft.com/office/powerpoint/2010/main" val="950205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289</TotalTime>
  <Words>12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Helvetica</vt:lpstr>
      <vt:lpstr>Office Theme</vt:lpstr>
      <vt:lpstr>PowerPoint Presentation</vt:lpstr>
    </vt:vector>
  </TitlesOfParts>
  <Company>Vanderbilt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Amy Karns</dc:creator>
  <cp:lastModifiedBy>Alec Machlis</cp:lastModifiedBy>
  <cp:revision>52</cp:revision>
  <dcterms:created xsi:type="dcterms:W3CDTF">2015-11-02T16:42:22Z</dcterms:created>
  <dcterms:modified xsi:type="dcterms:W3CDTF">2026-04-15T02:32:14Z</dcterms:modified>
</cp:coreProperties>
</file>