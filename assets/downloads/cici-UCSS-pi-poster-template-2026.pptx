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762"/>
  </p:normalViewPr>
  <p:slideViewPr>
    <p:cSldViewPr snapToGrid="0" snapToObjects="1">
      <p:cViewPr>
        <p:scale>
          <a:sx n="55" d="100"/>
          <a:sy n="55" d="100"/>
        </p:scale>
        <p:origin x="520" y="-4768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Technical Solution 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08827" y="25742482"/>
            <a:ext cx="9137409" cy="780568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Result Dissemination Plans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Collaboration and Usability Challenge Addressed</a:t>
            </a:r>
            <a:br>
              <a:rPr lang="en-US" dirty="0"/>
            </a:br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7" y="25742480"/>
            <a:ext cx="9134856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9390" y="25742479"/>
            <a:ext cx="9137409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1E328-EE5E-38B7-AD8C-ADBFC6D51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432B1-BD60-EBEE-66D7-C5404C23D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D15CA-DB36-4F33-EAD1-83F8B2B526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0D050D-5713-B285-658D-100AFB1CD015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FF7BD8-E4A7-4A81-FA43-9483E89E351B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4707CAA-87F4-7AB5-EBB1-ADC1E5599326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FA97EAE-DA94-4105-AEFE-B8F084CED2E4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7ABBBA2-298A-E91F-534B-BF3E1BCAFBCD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0884754-4682-36A0-1CDF-AEEEE43D427B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909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58</cp:revision>
  <dcterms:created xsi:type="dcterms:W3CDTF">2015-11-02T16:42:22Z</dcterms:created>
  <dcterms:modified xsi:type="dcterms:W3CDTF">2026-04-16T20:10:29Z</dcterms:modified>
</cp:coreProperties>
</file>