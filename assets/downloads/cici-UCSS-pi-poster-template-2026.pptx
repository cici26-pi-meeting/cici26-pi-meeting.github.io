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60" r:id="rId2"/>
  </p:sldIdLst>
  <p:sldSz cx="31089600" cy="36576000"/>
  <p:notesSz cx="6858000" cy="9144000"/>
  <p:defaultTextStyle>
    <a:defPPr>
      <a:defRPr lang="en-US"/>
    </a:defPPr>
    <a:lvl1pPr marL="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1pPr>
    <a:lvl2pPr marL="1828216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2pPr>
    <a:lvl3pPr marL="3656431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3pPr>
    <a:lvl4pPr marL="5484647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4pPr>
    <a:lvl5pPr marL="7312858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5pPr>
    <a:lvl6pPr marL="914107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6pPr>
    <a:lvl7pPr marL="1096929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7pPr>
    <a:lvl8pPr marL="12797504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8pPr>
    <a:lvl9pPr marL="14625720" algn="l" defTabSz="1828216" rtl="0" eaLnBrk="1" latinLnBrk="0" hangingPunct="1">
      <a:defRPr sz="708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520" userDrawn="1">
          <p15:clr>
            <a:srgbClr val="A4A3A4"/>
          </p15:clr>
        </p15:guide>
        <p15:guide id="2" pos="979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652"/>
    <p:restoredTop sz="94837"/>
  </p:normalViewPr>
  <p:slideViewPr>
    <p:cSldViewPr snapToGrid="0" snapToObjects="1">
      <p:cViewPr varScale="1">
        <p:scale>
          <a:sx n="22" d="100"/>
          <a:sy n="22" d="100"/>
        </p:scale>
        <p:origin x="3784" y="392"/>
      </p:cViewPr>
      <p:guideLst>
        <p:guide orient="horz" pos="11520"/>
        <p:guide pos="979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97" d="100"/>
          <a:sy n="97" d="100"/>
        </p:scale>
        <p:origin x="4328" y="19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35E8B9-FFAC-AB42-844F-BBBEADE8BBFA}" type="datetimeFigureOut">
              <a:rPr lang="en-US" smtClean="0"/>
              <a:t>4/16/26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117725" y="1143000"/>
            <a:ext cx="262255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9E78B9-159C-0E4F-9C03-98278BC300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12604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3"/>
          <p:cNvSpPr>
            <a:spLocks noGrp="1"/>
          </p:cNvSpPr>
          <p:nvPr>
            <p:ph type="title" hasCustomPrompt="1"/>
          </p:nvPr>
        </p:nvSpPr>
        <p:spPr>
          <a:xfrm>
            <a:off x="1510817" y="747213"/>
            <a:ext cx="28333428" cy="3155591"/>
          </a:xfrm>
          <a:prstGeom prst="rect">
            <a:avLst/>
          </a:prstGeom>
          <a:noFill/>
        </p:spPr>
        <p:txBody>
          <a:bodyPr lIns="91428" tIns="45714" rIns="91428" bIns="45714">
            <a:normAutofit/>
          </a:bodyPr>
          <a:lstStyle>
            <a:lvl1pPr algn="l">
              <a:defRPr sz="5950" b="1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a Poster Title</a:t>
            </a:r>
          </a:p>
        </p:txBody>
      </p:sp>
      <p:sp>
        <p:nvSpPr>
          <p:cNvPr id="9" name="Text Placeholder 20"/>
          <p:cNvSpPr>
            <a:spLocks noGrp="1"/>
          </p:cNvSpPr>
          <p:nvPr>
            <p:ph type="body" sz="quarter" idx="16" hasCustomPrompt="1"/>
          </p:nvPr>
        </p:nvSpPr>
        <p:spPr>
          <a:xfrm>
            <a:off x="1510817" y="5349773"/>
            <a:ext cx="28333428" cy="1400005"/>
          </a:xfrm>
          <a:prstGeom prst="rect">
            <a:avLst/>
          </a:prstGeom>
          <a:noFill/>
        </p:spPr>
        <p:txBody>
          <a:bodyPr lIns="91428" tIns="45714" rIns="91428" bIns="45714">
            <a:noAutofit/>
          </a:bodyPr>
          <a:lstStyle>
            <a:lvl1pPr algn="l">
              <a:buNone/>
              <a:defRPr sz="3542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dirty="0"/>
              <a:t>Click to add Project URL</a:t>
            </a:r>
          </a:p>
        </p:txBody>
      </p:sp>
      <p:sp>
        <p:nvSpPr>
          <p:cNvPr id="10" name="Text Placeholder 23"/>
          <p:cNvSpPr>
            <a:spLocks noGrp="1"/>
          </p:cNvSpPr>
          <p:nvPr>
            <p:ph type="body" sz="quarter" idx="17" hasCustomPrompt="1"/>
          </p:nvPr>
        </p:nvSpPr>
        <p:spPr>
          <a:xfrm>
            <a:off x="1510817" y="4001336"/>
            <a:ext cx="28333428" cy="1079498"/>
          </a:xfrm>
          <a:prstGeom prst="rect">
            <a:avLst/>
          </a:prstGeom>
          <a:noFill/>
        </p:spPr>
        <p:txBody>
          <a:bodyPr lIns="91428" tIns="45714" rIns="91428" bIns="45714" anchor="ctr">
            <a:noAutofit/>
          </a:bodyPr>
          <a:lstStyle>
            <a:lvl1pPr algn="l">
              <a:buNone/>
              <a:defRPr sz="4391">
                <a:solidFill>
                  <a:schemeClr val="tx1"/>
                </a:solidFill>
                <a:latin typeface="Calibri" pitchFamily="34" charset="0"/>
              </a:defRPr>
            </a:lvl1pPr>
          </a:lstStyle>
          <a:p>
            <a:pPr lvl="0"/>
            <a:r>
              <a:rPr lang="en-US" dirty="0"/>
              <a:t>Click to add PIs: PI Names and Affiliations </a:t>
            </a:r>
          </a:p>
        </p:txBody>
      </p:sp>
      <p:sp>
        <p:nvSpPr>
          <p:cNvPr id="15" name="Content Placeholder 27"/>
          <p:cNvSpPr>
            <a:spLocks noGrp="1"/>
          </p:cNvSpPr>
          <p:nvPr>
            <p:ph sz="quarter" idx="19" hasCustomPrompt="1"/>
          </p:nvPr>
        </p:nvSpPr>
        <p:spPr>
          <a:xfrm>
            <a:off x="1510817" y="19827116"/>
            <a:ext cx="28333429" cy="5080000"/>
          </a:xfrm>
          <a:prstGeom prst="rect">
            <a:avLst/>
          </a:prstGeom>
          <a:noFill/>
        </p:spPr>
        <p:txBody>
          <a:bodyPr lIns="91428" tIns="45714" rIns="91428" bIns="45714" numCol="1">
            <a:normAutofit/>
          </a:bodyPr>
          <a:lstStyle>
            <a:lvl1pPr marL="192278" indent="0" algn="l">
              <a:buNone/>
              <a:tabLst/>
              <a:defRPr sz="4250">
                <a:solidFill>
                  <a:schemeClr val="tx1"/>
                </a:solidFill>
                <a:latin typeface="+mj-lt"/>
              </a:defRPr>
            </a:lvl1pPr>
            <a:lvl2pPr marL="1100914" indent="-518078" algn="l">
              <a:defRPr sz="3542">
                <a:solidFill>
                  <a:schemeClr val="tx1"/>
                </a:solidFill>
                <a:latin typeface="+mj-lt"/>
              </a:defRPr>
            </a:lvl2pPr>
            <a:lvl3pPr marL="1489471" indent="-323798" algn="l">
              <a:defRPr sz="3046">
                <a:solidFill>
                  <a:schemeClr val="tx1"/>
                </a:solidFill>
                <a:latin typeface="+mj-lt"/>
              </a:defRPr>
            </a:lvl3pPr>
            <a:lvl4pPr marL="2007549" indent="-453317" algn="l">
              <a:defRPr sz="2904">
                <a:solidFill>
                  <a:schemeClr val="tx1"/>
                </a:solidFill>
                <a:latin typeface="+mj-lt"/>
              </a:defRPr>
            </a:lvl4pPr>
            <a:lvl5pPr marL="2396108" indent="-323798" algn="l">
              <a:defRPr sz="2550">
                <a:solidFill>
                  <a:schemeClr val="tx1"/>
                </a:solidFill>
                <a:latin typeface="+mj-lt"/>
              </a:defRPr>
            </a:lvl5pPr>
          </a:lstStyle>
          <a:p>
            <a:pPr lvl="0"/>
            <a:r>
              <a:rPr lang="en-US" dirty="0"/>
              <a:t>Add Technical Solution (technical approach , key innovations, new contributions)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8" name="Content Placeholder 2"/>
          <p:cNvSpPr>
            <a:spLocks noGrp="1"/>
          </p:cNvSpPr>
          <p:nvPr>
            <p:ph sz="half" idx="20" hasCustomPrompt="1"/>
          </p:nvPr>
        </p:nvSpPr>
        <p:spPr>
          <a:xfrm>
            <a:off x="11108826" y="25569219"/>
            <a:ext cx="9134856" cy="780897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Result Dissemination Plans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Content Placeholder 2"/>
          <p:cNvSpPr>
            <a:spLocks noGrp="1"/>
          </p:cNvSpPr>
          <p:nvPr>
            <p:ph sz="half" idx="21" hasCustomPrompt="1"/>
          </p:nvPr>
        </p:nvSpPr>
        <p:spPr>
          <a:xfrm>
            <a:off x="1510817" y="11670716"/>
            <a:ext cx="28333429" cy="774173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28185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Collaboration and Usability Challenge Addressed</a:t>
            </a:r>
            <a:br>
              <a:rPr lang="en-US" dirty="0"/>
            </a:br>
            <a:r>
              <a:rPr lang="en-US" dirty="0"/>
              <a:t>  (what problem are you trying solve)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Content Placeholder 2"/>
          <p:cNvSpPr>
            <a:spLocks noGrp="1"/>
          </p:cNvSpPr>
          <p:nvPr>
            <p:ph sz="half" idx="22" hasCustomPrompt="1"/>
          </p:nvPr>
        </p:nvSpPr>
        <p:spPr>
          <a:xfrm>
            <a:off x="1510816" y="25569216"/>
            <a:ext cx="9134856" cy="780897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8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chemeClr val="tx1"/>
                </a:solidFill>
              </a:defRPr>
            </a:lvl2pPr>
            <a:lvl3pPr marL="1554232" indent="-323798">
              <a:defRPr sz="3046">
                <a:solidFill>
                  <a:schemeClr val="tx1"/>
                </a:solidFill>
              </a:defRPr>
            </a:lvl3pPr>
            <a:lvl4pPr marL="2007549" indent="-323798">
              <a:defRPr sz="2550">
                <a:solidFill>
                  <a:schemeClr val="tx1"/>
                </a:solidFill>
              </a:defRPr>
            </a:lvl4pPr>
            <a:lvl5pPr marL="2331347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Add Resulting Benefits to Scientific Cyberinfrastructure</a:t>
            </a:r>
            <a:br>
              <a:rPr lang="en-US" dirty="0"/>
            </a:br>
            <a:r>
              <a:rPr lang="en-US" dirty="0"/>
              <a:t>  (what are the benefits if successful)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30" name="Content Placeholder 2"/>
          <p:cNvSpPr>
            <a:spLocks noGrp="1"/>
          </p:cNvSpPr>
          <p:nvPr>
            <p:ph sz="half" idx="23" hasCustomPrompt="1"/>
          </p:nvPr>
        </p:nvSpPr>
        <p:spPr>
          <a:xfrm>
            <a:off x="20709389" y="25569215"/>
            <a:ext cx="9134856" cy="7808976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192279" indent="0">
              <a:buNone/>
              <a:tabLst/>
              <a:defRPr sz="4250">
                <a:solidFill>
                  <a:schemeClr val="tx1"/>
                </a:solidFill>
              </a:defRPr>
            </a:lvl1pPr>
            <a:lvl2pPr marL="1813270" indent="-518078">
              <a:defRPr sz="3400">
                <a:solidFill>
                  <a:schemeClr val="tx1"/>
                </a:solidFill>
              </a:defRPr>
            </a:lvl2pPr>
            <a:lvl3pPr marL="2201828" indent="-323798">
              <a:defRPr sz="3046">
                <a:solidFill>
                  <a:schemeClr val="tx1"/>
                </a:solidFill>
              </a:defRPr>
            </a:lvl3pPr>
            <a:lvl4pPr marL="2784665" indent="-323798">
              <a:defRPr sz="2550">
                <a:solidFill>
                  <a:schemeClr val="tx1"/>
                </a:solidFill>
              </a:defRPr>
            </a:lvl4pPr>
            <a:lvl5pPr marL="3108463" indent="-323798">
              <a:defRPr sz="2550">
                <a:solidFill>
                  <a:schemeClr val="tx1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Risks Versus Potential For Advances</a:t>
            </a:r>
          </a:p>
          <a:p>
            <a:pPr lvl="0"/>
            <a:endParaRPr lang="en-US" dirty="0"/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Content Placeholder 2"/>
          <p:cNvSpPr>
            <a:spLocks noGrp="1"/>
          </p:cNvSpPr>
          <p:nvPr>
            <p:ph sz="half" idx="25" hasCustomPrompt="1"/>
          </p:nvPr>
        </p:nvSpPr>
        <p:spPr>
          <a:xfrm>
            <a:off x="1510817" y="8096624"/>
            <a:ext cx="28333429" cy="3089440"/>
          </a:xfrm>
          <a:prstGeom prst="rect">
            <a:avLst/>
          </a:prstGeom>
          <a:noFill/>
        </p:spPr>
        <p:txBody>
          <a:bodyPr lIns="91428" tIns="45714" rIns="91428" bIns="45714"/>
          <a:lstStyle>
            <a:lvl1pPr marL="0" indent="0">
              <a:buNone/>
              <a:defRPr sz="4250">
                <a:solidFill>
                  <a:schemeClr val="tx1"/>
                </a:solidFill>
              </a:defRPr>
            </a:lvl1pPr>
            <a:lvl2pPr marL="1165673" indent="-518078">
              <a:defRPr sz="3400">
                <a:solidFill>
                  <a:srgbClr val="FFFFFF"/>
                </a:solidFill>
              </a:defRPr>
            </a:lvl2pPr>
            <a:lvl3pPr marL="1554232" indent="-323798">
              <a:defRPr sz="3046">
                <a:solidFill>
                  <a:srgbClr val="FFFFFF"/>
                </a:solidFill>
              </a:defRPr>
            </a:lvl3pPr>
            <a:lvl4pPr marL="2007549" indent="-323798">
              <a:defRPr sz="2550">
                <a:solidFill>
                  <a:srgbClr val="FFFFFF"/>
                </a:solidFill>
              </a:defRPr>
            </a:lvl4pPr>
            <a:lvl5pPr marL="2331347" indent="-323798">
              <a:defRPr sz="2550">
                <a:solidFill>
                  <a:srgbClr val="FFFFFF"/>
                </a:solidFill>
              </a:defRPr>
            </a:lvl5pPr>
            <a:lvl6pPr>
              <a:defRPr sz="6021"/>
            </a:lvl6pPr>
            <a:lvl7pPr>
              <a:defRPr sz="6021"/>
            </a:lvl7pPr>
            <a:lvl8pPr>
              <a:defRPr sz="6021"/>
            </a:lvl8pPr>
            <a:lvl9pPr>
              <a:defRPr sz="6021"/>
            </a:lvl9pPr>
          </a:lstStyle>
          <a:p>
            <a:pPr lvl="0"/>
            <a:r>
              <a:rPr lang="en-US" dirty="0"/>
              <a:t>Use this space as you wish, but consider this structure. 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40F0313-B2C5-834A-8F2C-4CCB40E7C4A4}"/>
              </a:ext>
            </a:extLst>
          </p:cNvPr>
          <p:cNvSpPr>
            <a:spLocks noChangeArrowheads="1"/>
          </p:cNvSpPr>
          <p:nvPr userDrawn="1"/>
        </p:nvSpPr>
        <p:spPr bwMode="auto">
          <a:xfrm>
            <a:off x="2226472" y="34968368"/>
            <a:ext cx="18848071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266477" tIns="133238" rIns="266477" bIns="133238"/>
          <a:lstStyle>
            <a:lvl1pPr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1pPr>
            <a:lvl2pPr marL="742950" indent="-28575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2pPr>
            <a:lvl3pPr marL="11430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3pPr>
            <a:lvl4pPr marL="16002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4pPr>
            <a:lvl5pPr marL="2057400" indent="-228600" defTabSz="3135313"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5pPr>
            <a:lvl6pPr marL="25146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6pPr>
            <a:lvl7pPr marL="29718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7pPr>
            <a:lvl8pPr marL="34290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8pPr>
            <a:lvl9pPr marL="3886200" indent="-228600" defTabSz="3135313" eaLnBrk="0" fontAlgn="base" hangingPunct="0">
              <a:spcBef>
                <a:spcPct val="0"/>
              </a:spcBef>
              <a:spcAft>
                <a:spcPct val="0"/>
              </a:spcAft>
              <a:defRPr sz="6200">
                <a:solidFill>
                  <a:schemeClr val="tx1"/>
                </a:solidFill>
                <a:latin typeface="Arial" panose="020B0604020202020204" pitchFamily="34" charset="0"/>
                <a:ea typeface="MS PGothic" panose="020B0600070205080204" pitchFamily="34" charset="-128"/>
              </a:defRPr>
            </a:lvl9pPr>
          </a:lstStyle>
          <a:p>
            <a:pPr algn="l" eaLnBrk="1" hangingPunct="1">
              <a:lnSpc>
                <a:spcPct val="100000"/>
              </a:lnSpc>
            </a:pPr>
            <a:r>
              <a:rPr lang="en-US" altLang="en-US" sz="2720" dirty="0">
                <a:solidFill>
                  <a:schemeClr val="bg1"/>
                </a:solidFill>
                <a:latin typeface="Helvetica" pitchFamily="2" charset="0"/>
              </a:rPr>
              <a:t>The 2nd Cybersecurity Innovation for Cyberinfrastructure (CICI) Principle Investigator Meeting </a:t>
            </a:r>
          </a:p>
          <a:p>
            <a:pPr algn="l" eaLnBrk="1" hangingPunct="1">
              <a:lnSpc>
                <a:spcPct val="100000"/>
              </a:lnSpc>
            </a:pPr>
            <a:r>
              <a:rPr lang="en-US" altLang="en-US" sz="2380" dirty="0">
                <a:solidFill>
                  <a:schemeClr val="bg1"/>
                </a:solidFill>
                <a:latin typeface="Helvetica" pitchFamily="2" charset="0"/>
              </a:rPr>
              <a:t>May 11-12, 2026 | Los Angeles, California</a:t>
            </a:r>
          </a:p>
        </p:txBody>
      </p:sp>
      <p:pic>
        <p:nvPicPr>
          <p:cNvPr id="13" name="Picture 1">
            <a:extLst>
              <a:ext uri="{FF2B5EF4-FFF2-40B4-BE49-F238E27FC236}">
                <a16:creationId xmlns:a16="http://schemas.microsoft.com/office/drawing/2014/main" id="{6B7185B3-508E-CC4B-88AD-57DA27ACDC1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942" b="942"/>
          <a:stretch/>
        </p:blipFill>
        <p:spPr bwMode="auto">
          <a:xfrm>
            <a:off x="372534" y="34968367"/>
            <a:ext cx="1371460" cy="13456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2997257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651BD4E2-33E7-70DB-169B-8D03B4FAD73B}"/>
              </a:ext>
            </a:extLst>
          </p:cNvPr>
          <p:cNvSpPr/>
          <p:nvPr userDrawn="1"/>
        </p:nvSpPr>
        <p:spPr>
          <a:xfrm>
            <a:off x="2117558" y="34451365"/>
            <a:ext cx="28972041" cy="212463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6386FE9-78AF-B5D8-EFEF-1AE1990E8A5B}"/>
              </a:ext>
            </a:extLst>
          </p:cNvPr>
          <p:cNvSpPr/>
          <p:nvPr userDrawn="1"/>
        </p:nvSpPr>
        <p:spPr>
          <a:xfrm>
            <a:off x="-1" y="34451365"/>
            <a:ext cx="2117559" cy="2124635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86511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algn="ctr" defTabSz="1554232" rtl="0" eaLnBrk="1" latinLnBrk="0" hangingPunct="1">
        <a:spcBef>
          <a:spcPct val="0"/>
        </a:spcBef>
        <a:buNone/>
        <a:defRPr sz="1494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165673" indent="-1165673" algn="l" defTabSz="1554232" rtl="0" eaLnBrk="1" latinLnBrk="0" hangingPunct="1">
        <a:spcBef>
          <a:spcPct val="20000"/>
        </a:spcBef>
        <a:buFont typeface="Arial"/>
        <a:buChar char="•"/>
        <a:defRPr sz="10908" kern="1200">
          <a:solidFill>
            <a:schemeClr val="tx1"/>
          </a:solidFill>
          <a:latin typeface="+mn-lt"/>
          <a:ea typeface="+mn-ea"/>
          <a:cs typeface="+mn-cs"/>
        </a:defRPr>
      </a:lvl1pPr>
      <a:lvl2pPr marL="2525625" indent="-971395" algn="l" defTabSz="1554232" rtl="0" eaLnBrk="1" latinLnBrk="0" hangingPunct="1">
        <a:spcBef>
          <a:spcPct val="20000"/>
        </a:spcBef>
        <a:buFont typeface="Arial"/>
        <a:buChar char="–"/>
        <a:defRPr sz="9491" kern="1200">
          <a:solidFill>
            <a:schemeClr val="tx1"/>
          </a:solidFill>
          <a:latin typeface="+mn-lt"/>
          <a:ea typeface="+mn-ea"/>
          <a:cs typeface="+mn-cs"/>
        </a:defRPr>
      </a:lvl2pPr>
      <a:lvl3pPr marL="3885579" indent="-777115" algn="l" defTabSz="1554232" rtl="0" eaLnBrk="1" latinLnBrk="0" hangingPunct="1">
        <a:spcBef>
          <a:spcPct val="20000"/>
        </a:spcBef>
        <a:buFont typeface="Arial"/>
        <a:buChar char="•"/>
        <a:defRPr sz="8146" kern="1200">
          <a:solidFill>
            <a:schemeClr val="tx1"/>
          </a:solidFill>
          <a:latin typeface="+mn-lt"/>
          <a:ea typeface="+mn-ea"/>
          <a:cs typeface="+mn-cs"/>
        </a:defRPr>
      </a:lvl3pPr>
      <a:lvl4pPr marL="5439810" indent="-777115" algn="l" defTabSz="1554232" rtl="0" eaLnBrk="1" latinLnBrk="0" hangingPunct="1">
        <a:spcBef>
          <a:spcPct val="20000"/>
        </a:spcBef>
        <a:buFont typeface="Arial"/>
        <a:buChar char="–"/>
        <a:defRPr sz="6871" kern="1200">
          <a:solidFill>
            <a:schemeClr val="tx1"/>
          </a:solidFill>
          <a:latin typeface="+mn-lt"/>
          <a:ea typeface="+mn-ea"/>
          <a:cs typeface="+mn-cs"/>
        </a:defRPr>
      </a:lvl4pPr>
      <a:lvl5pPr marL="6994041" indent="-777115" algn="l" defTabSz="1554232" rtl="0" eaLnBrk="1" latinLnBrk="0" hangingPunct="1">
        <a:spcBef>
          <a:spcPct val="20000"/>
        </a:spcBef>
        <a:buFont typeface="Arial"/>
        <a:buChar char="»"/>
        <a:defRPr sz="6871" kern="1200">
          <a:solidFill>
            <a:schemeClr val="tx1"/>
          </a:solidFill>
          <a:latin typeface="+mn-lt"/>
          <a:ea typeface="+mn-ea"/>
          <a:cs typeface="+mn-cs"/>
        </a:defRPr>
      </a:lvl5pPr>
      <a:lvl6pPr marL="8548272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6pPr>
      <a:lvl7pPr marL="10102503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7pPr>
      <a:lvl8pPr marL="1165673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8pPr>
      <a:lvl9pPr marL="13210965" indent="-777115" algn="l" defTabSz="1554232" rtl="0" eaLnBrk="1" latinLnBrk="0" hangingPunct="1">
        <a:spcBef>
          <a:spcPct val="20000"/>
        </a:spcBef>
        <a:buFont typeface="Arial"/>
        <a:buChar char="•"/>
        <a:defRPr sz="687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1pPr>
      <a:lvl2pPr marL="1554232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2pPr>
      <a:lvl3pPr marL="3108463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3pPr>
      <a:lvl4pPr marL="4662694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4pPr>
      <a:lvl5pPr marL="6216926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5pPr>
      <a:lvl6pPr marL="7771157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6pPr>
      <a:lvl7pPr marL="932538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7pPr>
      <a:lvl8pPr marL="10879618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8pPr>
      <a:lvl9pPr marL="12433850" algn="l" defTabSz="1554232" rtl="0" eaLnBrk="1" latinLnBrk="0" hangingPunct="1">
        <a:defRPr sz="602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779594-E2E8-626D-AD2D-96ACA639AC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D9ED75-8AC3-D80E-EBE4-AD705A1D7C2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DF2370B-064D-DE74-806D-760AF9B55D0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3E67A5-1FA1-BF60-E4C4-D5BAA776DD2B}"/>
              </a:ext>
            </a:extLst>
          </p:cNvPr>
          <p:cNvSpPr>
            <a:spLocks noGrp="1"/>
          </p:cNvSpPr>
          <p:nvPr>
            <p:ph sz="quarter" idx="19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CB3636D-C030-A7EC-E67C-DDA6DE6E2F82}"/>
              </a:ext>
            </a:extLst>
          </p:cNvPr>
          <p:cNvSpPr>
            <a:spLocks noGrp="1"/>
          </p:cNvSpPr>
          <p:nvPr>
            <p:ph sz="half" idx="2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6D0C2D50-AEEF-EA55-E2B7-4982DC64BB5F}"/>
              </a:ext>
            </a:extLst>
          </p:cNvPr>
          <p:cNvSpPr>
            <a:spLocks noGrp="1"/>
          </p:cNvSpPr>
          <p:nvPr>
            <p:ph sz="half" idx="2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3A9020DE-7702-90E0-A95A-F1B9A17E67AC}"/>
              </a:ext>
            </a:extLst>
          </p:cNvPr>
          <p:cNvSpPr>
            <a:spLocks noGrp="1"/>
          </p:cNvSpPr>
          <p:nvPr>
            <p:ph sz="half" idx="22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F618BAA1-B292-484A-1805-3AD50078FC82}"/>
              </a:ext>
            </a:extLst>
          </p:cNvPr>
          <p:cNvSpPr>
            <a:spLocks noGrp="1"/>
          </p:cNvSpPr>
          <p:nvPr>
            <p:ph sz="half" idx="2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1E6B8EF8-41EF-DABD-C116-00410B91A2C1}"/>
              </a:ext>
            </a:extLst>
          </p:cNvPr>
          <p:cNvSpPr>
            <a:spLocks noGrp="1"/>
          </p:cNvSpPr>
          <p:nvPr>
            <p:ph sz="half" idx="2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3091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361</TotalTime>
  <Words>0</Words>
  <Application>Microsoft Macintosh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Helvetica</vt:lpstr>
      <vt:lpstr>Office Theme</vt:lpstr>
      <vt:lpstr>PowerPoint Presentation</vt:lpstr>
    </vt:vector>
  </TitlesOfParts>
  <Company>Vanderbilt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Amy Karns</dc:creator>
  <cp:lastModifiedBy>Alec Machlis</cp:lastModifiedBy>
  <cp:revision>61</cp:revision>
  <dcterms:created xsi:type="dcterms:W3CDTF">2015-11-02T16:42:22Z</dcterms:created>
  <dcterms:modified xsi:type="dcterms:W3CDTF">2026-04-16T20:19:01Z</dcterms:modified>
</cp:coreProperties>
</file>