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762"/>
  </p:normalViewPr>
  <p:slideViewPr>
    <p:cSldViewPr snapToGrid="0" snapToObjects="1">
      <p:cViewPr>
        <p:scale>
          <a:sx n="56" d="100"/>
          <a:sy n="56" d="100"/>
        </p:scale>
        <p:origin x="384" y="-5024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Technical Approach to </a:t>
            </a:r>
            <a:r>
              <a:rPr lang="en-US"/>
              <a:t>Generating Datasets</a:t>
            </a:r>
          </a:p>
          <a:p>
            <a:pPr lvl="0"/>
            <a:r>
              <a:rPr lang="en-US"/>
              <a:t>(</a:t>
            </a:r>
            <a:r>
              <a:rPr lang="en-US" dirty="0"/>
              <a:t>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08827" y="25570860"/>
            <a:ext cx="9137409" cy="780568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Result Dissemination Plans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Scientific Security Dataset Needs Addressed</a:t>
            </a:r>
            <a:br>
              <a:rPr lang="en-US" dirty="0"/>
            </a:br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7" y="25570860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6836" y="25570860"/>
            <a:ext cx="9137409" cy="780568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7E9B3-7F33-8893-4420-80DF97A5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24EB8F-69D0-10A2-47DD-6CC310877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CD729E-C994-CDF6-9827-A6FEB38B4D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D993CC-A973-60B3-0B61-8E6E8C532EAC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8F97D-2B78-8BA4-DD39-67609416F581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91BC2E-C4C8-59C7-CD75-D331EC4E46F6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11566C-1BF9-F626-848D-A85C39BC8391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6140BB1-CE44-FBE3-104F-411732B75015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3AFFFEA-7390-1EC8-FE9A-6BB1ECA33968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225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57</cp:revision>
  <dcterms:created xsi:type="dcterms:W3CDTF">2015-11-02T16:42:22Z</dcterms:created>
  <dcterms:modified xsi:type="dcterms:W3CDTF">2026-04-16T20:10:13Z</dcterms:modified>
</cp:coreProperties>
</file>