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9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52"/>
    <p:restoredTop sz="94762"/>
  </p:normalViewPr>
  <p:slideViewPr>
    <p:cSldViewPr snapToGrid="0" snapToObjects="1">
      <p:cViewPr>
        <p:scale>
          <a:sx n="40" d="100"/>
          <a:sy n="40" d="100"/>
        </p:scale>
        <p:origin x="2016" y="-3544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457899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457899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457899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457899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Approach For Transitioning the Innovation </a:t>
            </a:r>
          </a:p>
          <a:p>
            <a:pPr lvl="0"/>
            <a:r>
              <a:rPr lang="en-US" dirty="0"/>
              <a:t>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057185" y="25866438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Transition Evaluation &amp; Demonstration Plans 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457899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Cybersecurity Innovation Being Transitioned</a:t>
            </a:r>
          </a:p>
          <a:p>
            <a:pPr lvl="0"/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457899" y="25866438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656471" y="25866438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457899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36330-71C8-60B3-2F82-D9A1D89E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48EEA-D6E8-1949-C232-081A74E52EE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67051-0547-57E4-E3CA-7119FCEBE31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8A073B-7060-10A5-39E0-51D8A8B24B5A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921A16-7390-1271-563C-A8B43166FAE1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C71B21-903D-6F04-DB59-AA51279AFB60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F2C256B-B922-6D70-5B1C-B5F265FCEF31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EF8DB05-B333-29E4-5320-18953D881598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D8F2EFF-1CC9-DA15-D057-CC8CDCF72FBD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303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57</cp:revision>
  <dcterms:created xsi:type="dcterms:W3CDTF">2015-11-02T16:42:22Z</dcterms:created>
  <dcterms:modified xsi:type="dcterms:W3CDTF">2026-04-16T20:10:44Z</dcterms:modified>
</cp:coreProperties>
</file>